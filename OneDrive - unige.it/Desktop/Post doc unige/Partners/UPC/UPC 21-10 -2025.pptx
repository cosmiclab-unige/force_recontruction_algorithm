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5C85-AB23-7854-3273-C8E64EDDA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F1C19-7D8D-0943-0C0F-AB03A69AE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B689E-18AE-6C3F-E5A5-80A83D84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9484-7355-667F-6468-CA9985B8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35C58-47D8-8C9B-E231-744DA4BA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006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6262-29BB-66B0-B737-24DFB950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4ED8-975C-0D1D-D0B4-A192500D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B0BF-6DF1-A831-95D7-0B1201B7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976CD-A518-E0E7-7AA1-47C00C98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D4EB-433A-248A-0351-CDD46BB3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25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A511-A6FA-9BB6-5472-FCE86AD2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E49-06CE-7479-C6AF-D60B6F114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004F-BB6F-2448-AAF1-8CEEF6B8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210E-56A1-87BD-CD6F-D75EEDD5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16E7-86C7-7E3E-79FC-843B184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87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C14D-D260-CF4F-82A3-25DE9884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2986-E142-97A3-23CE-936F2CBF5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250D7-A473-97CE-506E-60A32E6B8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C2C5D-695E-53B6-E9B4-11183980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B9711-C9A2-1C48-7E78-6B2FC62E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798E2-D43B-EB74-324C-8C5DD3FF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09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C44F-E5CA-701D-4E93-66678B60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D52BC-9984-220D-92CB-0A9F5A6A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ADB91-53F5-4852-1017-85F8CA5E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EE04A-AA52-94FB-6757-2DF26CF66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8EF85-061F-0C0F-3B95-DF57856CD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8A9016-E8FA-C302-EEC6-9E9C26ED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45120-D56B-4F9A-108F-7072BB81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1D632-B7D3-750D-D3E5-D71C75AD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49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9F81-E303-250A-FA72-1286541D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33D8A-394D-9ABC-7F4D-0D4C0A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358E2-B6E1-B5CD-3826-18084F57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622BB-3D37-4FB1-83C8-F3FDDB63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68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44704-1096-79EA-298D-D9D14EB4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29F7-8928-F1EA-A7F3-7FA630EC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AE761-D247-30BA-8DD2-87B23DE4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7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1BD5-07F7-F0FF-B922-54877045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3602E-3DC9-908A-56BF-E68DC13FD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0CBF3-C553-B304-349E-ABEC60CF7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E0E21-B3A7-C4B3-A6C0-6F9B0E78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80646-B3EC-2C08-5823-141BC6232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61172-597A-8B47-C727-4713F90E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8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98AB-28E1-6430-B7B8-BEF3D7CD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075FE-26F9-B30E-DEAB-49804824A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EE272-A7F4-E2CD-4386-4957388CD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B9301-338F-BD61-1EE8-6E0934A8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699BC-470D-B4DB-9713-8EC848D7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F17A-DF82-863D-C5EC-F3DC8232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3AD0-B5FF-6AF3-BE93-CAA024A2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1A6BB-5984-7DF1-8263-4D1A32AD0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60CCE-DCBC-4904-3740-6242D1B8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FCDB8-BF05-A93C-6C17-522F2C2A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5DEA-9544-4672-32FC-8A0FE8BF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0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36C3-47A7-4A89-3799-F8F2C7C8B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E6789-7847-451F-34DE-86DD45A6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488C0-059C-B446-2F01-393384A3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34ECF-E9D6-A4D4-F68A-CB38B2AC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CF16A-40B6-488F-B87C-E7F6A79F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53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18DAA-8736-542B-1003-9A04D6B5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20605-61B8-3B48-1947-7BE341FAF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F411B-E119-CE28-4018-F84FD2C24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B91FB-35A0-46CF-99BB-D2520A958727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B58D1-313A-FFAB-6DCF-605DAC639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80F6-2C54-52DF-08A3-EC5B227C1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11FEE-222E-4DBD-9F9C-928038D692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8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colored lines&#10;&#10;AI-generated content may be incorrect.">
            <a:extLst>
              <a:ext uri="{FF2B5EF4-FFF2-40B4-BE49-F238E27FC236}">
                <a16:creationId xmlns:a16="http://schemas.microsoft.com/office/drawing/2014/main" id="{4C99A58D-A647-DF2E-8924-465492745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3" t="3037" r="1176" b="4929"/>
          <a:stretch>
            <a:fillRect/>
          </a:stretch>
        </p:blipFill>
        <p:spPr>
          <a:xfrm>
            <a:off x="919212" y="0"/>
            <a:ext cx="7854215" cy="3792354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01258B70-C131-771D-0C32-5F0A47715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" t="3110" b="4169"/>
          <a:stretch>
            <a:fillRect/>
          </a:stretch>
        </p:blipFill>
        <p:spPr>
          <a:xfrm>
            <a:off x="6096001" y="3770385"/>
            <a:ext cx="5999748" cy="2880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6E60F-758A-6F60-B696-D07C1E4F15FB}"/>
              </a:ext>
            </a:extLst>
          </p:cNvPr>
          <p:cNvSpPr txBox="1"/>
          <p:nvPr/>
        </p:nvSpPr>
        <p:spPr>
          <a:xfrm>
            <a:off x="-73152" y="146304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UPC data Trial</a:t>
            </a:r>
          </a:p>
        </p:txBody>
      </p:sp>
    </p:spTree>
    <p:extLst>
      <p:ext uri="{BB962C8B-B14F-4D97-AF65-F5344CB8AC3E}">
        <p14:creationId xmlns:p14="http://schemas.microsoft.com/office/powerpoint/2010/main" val="6181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Yaacoub</dc:creator>
  <cp:lastModifiedBy>Mohamad Yaacoub</cp:lastModifiedBy>
  <cp:revision>1</cp:revision>
  <dcterms:created xsi:type="dcterms:W3CDTF">2025-10-21T08:48:28Z</dcterms:created>
  <dcterms:modified xsi:type="dcterms:W3CDTF">2025-10-21T09:03:44Z</dcterms:modified>
</cp:coreProperties>
</file>